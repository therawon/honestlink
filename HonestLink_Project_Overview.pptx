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Sz cx="12192000" cy="6858000" type="screen16x9"/>
  <p:notesSz cx="6858000" cy="9144000"/>
  <p:sldIdLst>
    <p:sldId id="256" r:id="rId2"/>
    <p:sldId id="257" r:id="rId3"/>
    <p:sldId id="258" r:id="rId4"/>
    <p:sldId id="259" r:id="rId5"/>
    <p:sldId id="260" r:id="rId6"/>
    <p:sldId id="261" r:id="rId7"/>
  </p:sldIdLst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theme" Target="theme/theme1.xml"/>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
</Relationships>

</file>

<file path=ppt/slides/_rels/slide1.xml.rels><?xml version="1.0" encoding="UTF-8" standalone="yes"?>
<Relationships xmlns="http://schemas.openxmlformats.org/package/2006/relationships"/>
</file>

<file path=ppt/slides/_rels/slide2.xml.rels><?xml version="1.0" encoding="UTF-8" standalone="yes"?>
<Relationships xmlns="http://schemas.openxmlformats.org/package/2006/relationships"/>
</file>

<file path=ppt/slides/_rels/slide3.xml.rels><?xml version="1.0" encoding="UTF-8" standalone="yes"?>
<Relationships xmlns="http://schemas.openxmlformats.org/package/2006/relationships"/>
</file>

<file path=ppt/slides/_rels/slide4.xml.rels><?xml version="1.0" encoding="UTF-8" standalone="yes"?>
<Relationships xmlns="http://schemas.openxmlformats.org/package/2006/relationships"/>
</file>

<file path=ppt/slides/_rels/slide5.xml.rels><?xml version="1.0" encoding="UTF-8" standalone="yes"?>
<Relationships xmlns="http://schemas.openxmlformats.org/package/2006/relationships"/>
</file>

<file path=ppt/slides/_rels/slide6.xml.rels><?xml version="1.0" encoding="UTF-8" standalone="yes"?>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3000" b="1"/>
              <a:t>HonestLink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114800"/>
          </a:xfrm>
        </p:spPr>
        <p:txBody>
          <a:bodyPr wrap="square"/>
          <a:lstStyle/>
          <a:p>
            <a:r>
              <a:rPr lang="en-US" sz="2400"/>
              <a:t>Professional networking platform focused on authenticity</a:t>
            </a:r>
          </a:p>
          <a:p>
            <a:r>
              <a:rPr lang="en-US" sz="2400"/>
              <a:t>Built for honest salary, interview, review, and burnout discussions</a:t>
            </a:r>
          </a:p>
          <a:p>
            <a:r>
              <a:rPr lang="en-US" sz="2400"/>
              <a:t>Tech stack: React, TypeScript, Vite, Firebase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3000" b="1"/>
              <a:t>Project Purpose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114800"/>
          </a:xfrm>
        </p:spPr>
        <p:txBody>
          <a:bodyPr wrap="square"/>
          <a:lstStyle/>
          <a:p>
            <a:r>
              <a:rPr lang="en-US" sz="2400"/>
              <a:t>Users share real career experiences instead of polished social-media style updates</a:t>
            </a:r>
          </a:p>
          <a:p>
            <a:r>
              <a:rPr lang="en-US" sz="2400"/>
              <a:t>The app encourages open discussion around work culture and job reality</a:t>
            </a:r>
          </a:p>
          <a:p>
            <a:r>
              <a:rPr lang="en-US" sz="2400"/>
              <a:t>Main goal: transparency in jobs, interviews, salaries, and burnout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3000" b="1"/>
              <a:t>Main Features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114800"/>
          </a:xfrm>
        </p:spPr>
        <p:txBody>
          <a:bodyPr wrap="square"/>
          <a:lstStyle/>
          <a:p>
            <a:r>
              <a:rPr lang="en-US" sz="2400"/>
              <a:t>Google sign-in with Firebase Authentication</a:t>
            </a:r>
          </a:p>
          <a:p>
            <a:r>
              <a:rPr lang="en-US" sz="2400"/>
              <a:t>Real-time post feed from Firestore</a:t>
            </a:r>
          </a:p>
          <a:p>
            <a:r>
              <a:rPr lang="en-US" sz="2400"/>
              <a:t>Post categories: rant, tip, interview, review, salary</a:t>
            </a:r>
          </a:p>
          <a:p>
            <a:r>
              <a:rPr lang="en-US" sz="2400"/>
              <a:t>Like button and category-based filtering</a:t>
            </a:r>
          </a:p>
          <a:p>
            <a:r>
              <a:rPr lang="en-US" sz="2400"/>
              <a:t>Sections for interviews, salaries, burnout, and company reviews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3000" b="1"/>
              <a:t>How To Run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114800"/>
          </a:xfrm>
        </p:spPr>
        <p:txBody>
          <a:bodyPr wrap="square"/>
          <a:lstStyle/>
          <a:p>
            <a:r>
              <a:rPr lang="en-US" sz="2400"/>
              <a:t>1. Open terminal in project folder</a:t>
            </a:r>
          </a:p>
          <a:p>
            <a:r>
              <a:rPr lang="en-US" sz="2400"/>
              <a:t>2. Run: npm install</a:t>
            </a:r>
          </a:p>
          <a:p>
            <a:r>
              <a:rPr lang="en-US" sz="2400"/>
              <a:t>3. Create .env.local and add GEMINI_API_KEY</a:t>
            </a:r>
          </a:p>
          <a:p>
            <a:r>
              <a:rPr lang="en-US" sz="2400"/>
              <a:t>4. Run: npm run dev</a:t>
            </a:r>
          </a:p>
          <a:p>
            <a:r>
              <a:rPr lang="en-US" sz="2400"/>
              <a:t>5. Open: http://localhost:3000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3000" b="1"/>
              <a:t>Tech Flow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114800"/>
          </a:xfrm>
        </p:spPr>
        <p:txBody>
          <a:bodyPr wrap="square"/>
          <a:lstStyle/>
          <a:p>
            <a:r>
              <a:rPr lang="en-US" sz="2400"/>
              <a:t>Frontend: React + Vite</a:t>
            </a:r>
          </a:p>
          <a:p>
            <a:r>
              <a:rPr lang="en-US" sz="2400"/>
              <a:t>Authentication: Firebase Google Login</a:t>
            </a:r>
          </a:p>
          <a:p>
            <a:r>
              <a:rPr lang="en-US" sz="2400"/>
              <a:t>Database: Firestore stores users and posts</a:t>
            </a:r>
          </a:p>
          <a:p>
            <a:r>
              <a:rPr lang="en-US" sz="2400"/>
              <a:t>UI style: bold brutalist design with Tailwind CSS and Motion</a:t>
            </a:r>
          </a:p>
          <a:p>
            <a:r>
              <a:rPr lang="en-US" sz="2400"/>
              <a:t>Real-time updates shown with Firestore snapshot listeners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rPr lang="en-US" sz="3000" b="1"/>
              <a:t>Quick Summary</a:t>
            </a:r>
          </a:p>
        </p:txBody>
      </p:sp>
      <p:sp>
        <p:nvSpPr>
          <p:cNvPr id="3" name="Content Placeholder 2"/>
          <p:cNvSpPr/>
          <p:nvPr/>
        </p:nvSpPr>
        <p:spPr>
          <a:xfrm>
            <a:off x="640080" y="1463040"/>
            <a:ext cx="7924800" cy="4114800"/>
          </a:xfrm>
        </p:spPr>
        <p:txBody>
          <a:bodyPr wrap="square"/>
          <a:lstStyle/>
          <a:p>
            <a:r>
              <a:rPr lang="en-US" sz="2400"/>
              <a:t>HonestLink is a career truth-sharing platform</a:t>
            </a:r>
          </a:p>
          <a:p>
            <a:r>
              <a:rPr lang="en-US" sz="2400"/>
              <a:t>It helps users discuss salary, burnout, interview stories, and company reviews</a:t>
            </a:r>
          </a:p>
          <a:p>
            <a:r>
              <a:rPr lang="en-US" sz="2400"/>
              <a:t>Run locally with npm install and npm run 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4F4F4"/>
      </a:lt2>
      <a:accent1>
        <a:srgbClr val="F2C94C"/>
      </a:accent1>
      <a:accent2>
        <a:srgbClr val="2D9CDB"/>
      </a:accent2>
      <a:accent3>
        <a:srgbClr val="27AE60"/>
      </a:accent3>
      <a:accent4>
        <a:srgbClr val="EB5757"/>
      </a:accent4>
      <a:accent5>
        <a:srgbClr val="9B51E0"/>
      </a:accent5>
      <a:accent6>
        <a:srgbClr val="F2994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lt1"/>
        </a:solidFill>
      </a:fillStyleLst>
      <a:lnStyleLst>
        <a:ln w="9525">
          <a:solidFill>
            <a:schemeClr val="dk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HonestLink Project Overview</dc:title>
  <dc:creator>OpenAI Codex</dc:creator>
  <cp:lastModifiedBy>OpenAI Codex</cp:lastModifiedBy>
  <dcterms:created xsi:type="dcterms:W3CDTF">2026-05-14T00:00:00Z</dcterms:created>
  <dcterms:modified xsi:type="dcterms:W3CDTF">2026-05-14T00:00:00Z</dcterms:modified>
</cp:coreProperties>
</file>